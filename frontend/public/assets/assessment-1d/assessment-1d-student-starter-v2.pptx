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883403b4034690" /><Relationship Type="http://schemas.openxmlformats.org/officeDocument/2006/relationships/extended-properties" Target="/docProps/app.xml" Id="Rf706de7ce3d24983" /><Relationship Type="http://schemas.openxmlformats.org/officeDocument/2006/relationships/officeDocument" Target="/ppt/presentation.xml" Id="Rb9b69fa00e6843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42f88491c40e3"/>
  </p:sldMasterIdLst>
  <p:notesMasterIdLst>
    <p:notesMasterId xmlns:r="http://schemas.openxmlformats.org/officeDocument/2006/relationships" r:id="Rc9701dcc8a464d88"/>
  </p:notesMasterIdLst>
  <p:sldIdLst>
    <p:sldId xmlns:r="http://schemas.openxmlformats.org/officeDocument/2006/relationships" id="256" r:id="R403d837f428b4643"/>
    <p:sldId xmlns:r="http://schemas.openxmlformats.org/officeDocument/2006/relationships" id="257" r:id="R6a6612edbaf84f0d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c4a73ab5cd4e1e" /><Relationship Type="http://schemas.openxmlformats.org/officeDocument/2006/relationships/slideMaster" Target="/ppt/slideMasters/slideMaster1.xml" Id="R6b942f88491c40e3" /><Relationship Type="http://schemas.openxmlformats.org/officeDocument/2006/relationships/notesMaster" Target="/ppt/notesMasters/notesMaster1.xml" Id="Rc9701dcc8a464d88" /><Relationship Type="http://schemas.openxmlformats.org/officeDocument/2006/relationships/presProps" Target="/ppt/presProps.xml" Id="R30e51c0f8fba42ff" /><Relationship Type="http://schemas.openxmlformats.org/officeDocument/2006/relationships/tableStyles" Target="/ppt/tableStyles.xml" Id="Rbbf0390ac7534cda" /><Relationship Type="http://schemas.openxmlformats.org/officeDocument/2006/relationships/slide" Target="/ppt/slides/slide1.xml" Id="R403d837f428b4643" /><Relationship Type="http://schemas.openxmlformats.org/officeDocument/2006/relationships/slide" Target="/ppt/slides/slide2.xml" Id="R6a6612edbaf84f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caa4c740a74d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e5ac44d1a94a8e" /><Relationship Type="http://schemas.openxmlformats.org/officeDocument/2006/relationships/notesMaster" Target="/ppt/notesMasters/notesMaster1.xml" Id="R4fcbeaea70db4f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45d55d881f4b88" /><Relationship Type="http://schemas.openxmlformats.org/officeDocument/2006/relationships/notesMaster" Target="/ppt/notesMasters/notesMaster1.xml" Id="R027ced28ab124b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1D student submission slide. Recreate the target on this blank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1D non-submission asset slide. Assets remain raw and unformatted.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ab47d4131141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4c115f78014332" /><Relationship Type="http://schemas.openxmlformats.org/officeDocument/2006/relationships/slideLayout" Target="/ppt/slideLayouts/slideLayout1.xml" Id="R1469e2b6ca7146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69e2b6ca7146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433565a644017" /><Relationship Type="http://schemas.openxmlformats.org/officeDocument/2006/relationships/notesSlide" Target="/ppt/notesSlides/notesSlide1.xml" Id="R3854388da16b47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0c1a5a3654b64" /><Relationship Type="http://schemas.openxmlformats.org/officeDocument/2006/relationships/image" Target="/ppt/media/image.png" Id="R21ec6f26be3449c2" /><Relationship Type="http://schemas.openxmlformats.org/officeDocument/2006/relationships/notesSlide" Target="/ppt/notesSlides/notesSlide2.xml" Id="R4c24173e3e444f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white work canvas">
            <a:extLst xmlns:a="http://schemas.openxmlformats.org/drawingml/2006/main">
              <a:ext uri="{FF2B5EF4-FFF2-40B4-BE49-F238E27FC236}">
                <a16:creationId xmlns:a16="http://schemas.microsoft.com/office/drawing/2014/main" id="{73E59EB9-5BE5-4720-BAAE-F2F0DD62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38935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815FF-D069-4B89-8473-985928C1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ASSET SLIDE — DO NOT SUBMIT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401C4-2FF5-4C46-BC8F-E8FD65CA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Copy the raw photo to Slide 1. Get the three event icons from the assessment page and set them to white before import.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c6f26be3449c2"/>
          <a:stretch xmlns:a="http://schemas.openxmlformats.org/drawingml/2006/main"/>
        </p:blipFill>
        <p:spPr>
          <a:xfrm xmlns:a="http://schemas.openxmlformats.org/drawingml/2006/main">
            <a:off x="1166813" y="1447800"/>
            <a:ext cx="5229225" cy="3486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49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2026-09-21T14:12:10.3350000Z</dcterms:created>
  <dcterms:modified xsi:type="dcterms:W3CDTF">2026-09-21T14:12:10.3350000Z</dcterms:modified>
</coreProperties>
</file>