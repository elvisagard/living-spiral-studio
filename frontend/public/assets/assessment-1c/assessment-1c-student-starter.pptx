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b3f17ea77432f" /><Relationship Type="http://schemas.openxmlformats.org/officeDocument/2006/relationships/extended-properties" Target="/docProps/app.xml" Id="R71e6db37885c4cf0" /><Relationship Type="http://schemas.openxmlformats.org/officeDocument/2006/relationships/officeDocument" Target="/ppt/presentation.xml" Id="R1568141b5ba2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4abdd152b4633"/>
  </p:sldMasterIdLst>
  <p:notesMasterIdLst>
    <p:notesMasterId xmlns:r="http://schemas.openxmlformats.org/officeDocument/2006/relationships" r:id="Rdbe779f7b82e484e"/>
  </p:notesMasterIdLst>
  <p:sldIdLst>
    <p:sldId xmlns:r="http://schemas.openxmlformats.org/officeDocument/2006/relationships" id="256" r:id="Rada14e270f994eb2"/>
    <p:sldId xmlns:r="http://schemas.openxmlformats.org/officeDocument/2006/relationships" id="257" r:id="Rc01e9423be2f49d0"/>
  </p:sldIdLst>
  <p:sldSz cx="731520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770d34a48489e" /><Relationship Type="http://schemas.openxmlformats.org/officeDocument/2006/relationships/slideMaster" Target="/ppt/slideMasters/slideMaster1.xml" Id="R8484abdd152b4633" /><Relationship Type="http://schemas.openxmlformats.org/officeDocument/2006/relationships/notesMaster" Target="/ppt/notesMasters/notesMaster1.xml" Id="Rdbe779f7b82e484e" /><Relationship Type="http://schemas.openxmlformats.org/officeDocument/2006/relationships/presProps" Target="/ppt/presProps.xml" Id="R0413ea6c97054d10" /><Relationship Type="http://schemas.openxmlformats.org/officeDocument/2006/relationships/tableStyles" Target="/ppt/tableStyles.xml" Id="R4da195c2353448fb" /><Relationship Type="http://schemas.openxmlformats.org/officeDocument/2006/relationships/slide" Target="/ppt/slides/slide1.xml" Id="Rada14e270f994eb2" /><Relationship Type="http://schemas.openxmlformats.org/officeDocument/2006/relationships/slide" Target="/ppt/slides/slide2.xml" Id="Rc01e9423be2f49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680a09d15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553f1cb524a87" /><Relationship Type="http://schemas.openxmlformats.org/officeDocument/2006/relationships/notesMaster" Target="/ppt/notesMasters/notesMaster1.xml" Id="R93bd1d75bf91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c684414a44c6f" /><Relationship Type="http://schemas.openxmlformats.org/officeDocument/2006/relationships/notesMaster" Target="/ppt/notesMasters/notesMaster1.xml" Id="R608c07ad1daa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1C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1C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e37fb427b40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08372bc904f54" /><Relationship Type="http://schemas.openxmlformats.org/officeDocument/2006/relationships/slideLayout" Target="/ppt/slideLayouts/slideLayout1.xml" Id="R1667e6b3308a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67e6b3308a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5deb038af4154" /><Relationship Type="http://schemas.openxmlformats.org/officeDocument/2006/relationships/notesSlide" Target="/ppt/notesSlides/notesSlide1.xml" Id="R2c603ba6af21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894cfb2e54865" /><Relationship Type="http://schemas.openxmlformats.org/officeDocument/2006/relationships/image" Target="/ppt/media/image.png" Id="Rb1735c0f64f14633" /><Relationship Type="http://schemas.openxmlformats.org/officeDocument/2006/relationships/image" Target="/ppt/media/image.svg" Id="R42d231e721184caa" /><Relationship Type="http://schemas.openxmlformats.org/officeDocument/2006/relationships/image" Target="/ppt/media/image2.png" Id="R99bb233d0a5845e4" /><Relationship Type="http://schemas.openxmlformats.org/officeDocument/2006/relationships/image" Target="/ppt/media/image2.svg" Id="R5f5d2b47d0d24781" /><Relationship Type="http://schemas.openxmlformats.org/officeDocument/2006/relationships/notesSlide" Target="/ppt/notesSlides/notesSlide2.xml" Id="R57a24226cd7a46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2F1F624C-3993-4AB1-A205-DEEF62A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822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8EBBB-1BC8-4FDA-97B9-061DAEF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2B0C1-1C77-4432-B94C-B2606824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81050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asset you need to Slide 1. Perform all cropping, masking, recoloring, resizing, and placement yourself.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5c0f64f14633">
            <a:extLst>
              <a:ext uri="{96DAC541-7B7A-43D3-8B79-37D633B846F1}">
                <asvg:svgBlip xmlns:asvg="http://schemas.microsoft.com/office/drawing/2016/SVG/main" r:embed="R42d231e721184c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0" y="1524000"/>
            <a:ext cx="819150" cy="9144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b233d0a5845e4">
            <a:extLst>
              <a:ext uri="{96DAC541-7B7A-43D3-8B79-37D633B846F1}">
                <asvg:svgBlip xmlns:asvg="http://schemas.microsoft.com/office/drawing/2016/SVG/main" r:embed="R5f5d2b47d0d247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0050" y="1524000"/>
            <a:ext cx="81915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21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2026-09-21T13:30:05.1160000Z</dcterms:created>
  <dcterms:modified xsi:type="dcterms:W3CDTF">2026-09-21T13:30:05.1160000Z</dcterms:modified>
</coreProperties>
</file>