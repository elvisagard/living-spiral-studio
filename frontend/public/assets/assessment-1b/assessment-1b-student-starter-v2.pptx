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8af2e306f41be" /><Relationship Type="http://schemas.openxmlformats.org/officeDocument/2006/relationships/extended-properties" Target="/docProps/app.xml" Id="R25b67363b34c4d30" /><Relationship Type="http://schemas.openxmlformats.org/officeDocument/2006/relationships/officeDocument" Target="/ppt/presentation.xml" Id="R04c8ded7bd3044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af43f5da34f0a"/>
  </p:sldMasterIdLst>
  <p:notesMasterIdLst>
    <p:notesMasterId xmlns:r="http://schemas.openxmlformats.org/officeDocument/2006/relationships" r:id="Rcacffe174e514358"/>
  </p:notesMasterIdLst>
  <p:sldIdLst>
    <p:sldId xmlns:r="http://schemas.openxmlformats.org/officeDocument/2006/relationships" id="256" r:id="Reff921e83c4a4042"/>
    <p:sldId xmlns:r="http://schemas.openxmlformats.org/officeDocument/2006/relationships" id="257" r:id="R27af98d558d241b3"/>
  </p:sldIdLst>
  <p:sldSz cx="36576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ca6eab129415c" /><Relationship Type="http://schemas.openxmlformats.org/officeDocument/2006/relationships/slideMaster" Target="/ppt/slideMasters/slideMaster1.xml" Id="R6d0af43f5da34f0a" /><Relationship Type="http://schemas.openxmlformats.org/officeDocument/2006/relationships/notesMaster" Target="/ppt/notesMasters/notesMaster1.xml" Id="Rcacffe174e514358" /><Relationship Type="http://schemas.openxmlformats.org/officeDocument/2006/relationships/presProps" Target="/ppt/presProps.xml" Id="Rcbd11dff67464307" /><Relationship Type="http://schemas.openxmlformats.org/officeDocument/2006/relationships/tableStyles" Target="/ppt/tableStyles.xml" Id="Re9e226fca10a4cf5" /><Relationship Type="http://schemas.openxmlformats.org/officeDocument/2006/relationships/slide" Target="/ppt/slides/slide1.xml" Id="Reff921e83c4a4042" /><Relationship Type="http://schemas.openxmlformats.org/officeDocument/2006/relationships/slide" Target="/ppt/slides/slide2.xml" Id="R27af98d558d2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024068ab0b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c3b60655d4cbe" /><Relationship Type="http://schemas.openxmlformats.org/officeDocument/2006/relationships/notesMaster" Target="/ppt/notesMasters/notesMaster1.xml" Id="Rc4fc3ce51e5947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704b114a74cd4" /><Relationship Type="http://schemas.openxmlformats.org/officeDocument/2006/relationships/notesMaster" Target="/ppt/notesMasters/notesMaster1.xml" Id="Rbe11070295b7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1B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1B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acb3e501248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66e5a48b2f40fd" /><Relationship Type="http://schemas.openxmlformats.org/officeDocument/2006/relationships/slideLayout" Target="/ppt/slideLayouts/slideLayout1.xml" Id="R3dd69f414bdd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69f414bdd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fc11bcba94408" /><Relationship Type="http://schemas.openxmlformats.org/officeDocument/2006/relationships/notesSlide" Target="/ppt/notesSlides/notesSlide1.xml" Id="R1606812d470b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94b8ef4ff468b" /><Relationship Type="http://schemas.openxmlformats.org/officeDocument/2006/relationships/image" Target="/ppt/media/image.png" Id="R18e220e7bbb143b6" /><Relationship Type="http://schemas.openxmlformats.org/officeDocument/2006/relationships/notesSlide" Target="/ppt/notesSlides/notesSlide2.xml" Id="R9f2f61071fe14c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87094792-0844-4BFE-972B-76628BDC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1951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2BBFF-46D8-4366-8C35-EB3DCF4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F22BC-0CF3-4BE4-9497-E326344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85800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photo to Slide 1. Get the Pets icon from the assessment page, set its color, and import it separately.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220e7bbb143b6"/>
          <a:stretch xmlns:a="http://schemas.openxmlformats.org/drawingml/2006/main"/>
        </p:blipFill>
        <p:spPr>
          <a:xfrm xmlns:a="http://schemas.openxmlformats.org/drawingml/2006/main">
            <a:off x="590550" y="142875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92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2026-09-21T14:12:07.8020000Z</dcterms:created>
  <dcterms:modified xsi:type="dcterms:W3CDTF">2026-09-21T14:12:07.8020000Z</dcterms:modified>
</coreProperties>
</file>