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bb9f896eb84cc5" /><Relationship Type="http://schemas.openxmlformats.org/officeDocument/2006/relationships/extended-properties" Target="/docProps/app.xml" Id="R4fba51ba217c4306" /><Relationship Type="http://schemas.openxmlformats.org/officeDocument/2006/relationships/officeDocument" Target="/ppt/presentation.xml" Id="R2afa7159a4204a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c046853d504e48"/>
  </p:sldMasterIdLst>
  <p:notesMasterIdLst>
    <p:notesMasterId xmlns:r="http://schemas.openxmlformats.org/officeDocument/2006/relationships" r:id="R83d28841c7014bad"/>
  </p:notesMasterIdLst>
  <p:sldIdLst>
    <p:sldId xmlns:r="http://schemas.openxmlformats.org/officeDocument/2006/relationships" id="256" r:id="R52affba7fc224ae8"/>
    <p:sldId xmlns:r="http://schemas.openxmlformats.org/officeDocument/2006/relationships" id="257" r:id="R8c0ab6d955e84ac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8d7f7d8b540fd" /><Relationship Type="http://schemas.openxmlformats.org/officeDocument/2006/relationships/slideMaster" Target="/ppt/slideMasters/slideMaster1.xml" Id="R42c046853d504e48" /><Relationship Type="http://schemas.openxmlformats.org/officeDocument/2006/relationships/notesMaster" Target="/ppt/notesMasters/notesMaster1.xml" Id="R83d28841c7014bad" /><Relationship Type="http://schemas.openxmlformats.org/officeDocument/2006/relationships/presProps" Target="/ppt/presProps.xml" Id="R05fbfcb7fdc84226" /><Relationship Type="http://schemas.openxmlformats.org/officeDocument/2006/relationships/tableStyles" Target="/ppt/tableStyles.xml" Id="R8de1c2ae65194f42" /><Relationship Type="http://schemas.openxmlformats.org/officeDocument/2006/relationships/slide" Target="/ppt/slides/slide1.xml" Id="R52affba7fc224ae8" /><Relationship Type="http://schemas.openxmlformats.org/officeDocument/2006/relationships/slide" Target="/ppt/slides/slide2.xml" Id="R8c0ab6d955e84a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0dd92a3c1647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302658cd764512" /><Relationship Type="http://schemas.openxmlformats.org/officeDocument/2006/relationships/notesMaster" Target="/ppt/notesMasters/notesMaster1.xml" Id="R1117bbc93abf49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c26a2c63834466" /><Relationship Type="http://schemas.openxmlformats.org/officeDocument/2006/relationships/notesMaster" Target="/ppt/notesMasters/notesMaster1.xml" Id="R51439e9ad9b748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1D student submission slide. Recreate the target on this blank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1D non-submission asset slide. Assets remain raw and unformatted.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b37c40de74c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7eda8835a472b" /><Relationship Type="http://schemas.openxmlformats.org/officeDocument/2006/relationships/slideLayout" Target="/ppt/slideLayouts/slideLayout1.xml" Id="Rc550229ca32642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50229ca32642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02ccdf9dd4daa" /><Relationship Type="http://schemas.openxmlformats.org/officeDocument/2006/relationships/notesSlide" Target="/ppt/notesSlides/notesSlide1.xml" Id="Rc18c96784ace47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453693a614229" /><Relationship Type="http://schemas.openxmlformats.org/officeDocument/2006/relationships/image" Target="/ppt/media/image.png" Id="R35ca05f234e74a0a" /><Relationship Type="http://schemas.openxmlformats.org/officeDocument/2006/relationships/notesSlide" Target="/ppt/notesSlides/notesSlide2.xml" Id="R853da73a1f234a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white work canvas">
            <a:extLst xmlns:a="http://schemas.openxmlformats.org/drawingml/2006/main">
              <a:ext uri="{FF2B5EF4-FFF2-40B4-BE49-F238E27FC236}">
                <a16:creationId xmlns:a16="http://schemas.microsoft.com/office/drawing/2014/main" id="{A5F9E3D1-D645-41B2-937C-3014EF76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53063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BEF24-C209-408D-B810-765907FC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ASSET SLIDE — DO NOT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1C512-9580-4C2A-AF34-56B6E287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Copy the raw asset you need to Slide 1. Perform all cropping, masking, recoloring, resizing, and placement yourself.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a05f234e74a0a"/>
          <a:stretch xmlns:a="http://schemas.openxmlformats.org/drawingml/2006/main"/>
        </p:blipFill>
        <p:spPr>
          <a:xfrm xmlns:a="http://schemas.openxmlformats.org/drawingml/2006/main">
            <a:off x="685800" y="1448660"/>
            <a:ext cx="6191250" cy="34844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17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2026-09-21T13:40:33.8880000Z</dcterms:created>
  <dcterms:modified xsi:type="dcterms:W3CDTF">2026-09-21T13:40:33.8880000Z</dcterms:modified>
</coreProperties>
</file>