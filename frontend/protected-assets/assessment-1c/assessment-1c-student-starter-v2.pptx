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c3c1a2207446db" /><Relationship Type="http://schemas.openxmlformats.org/officeDocument/2006/relationships/extended-properties" Target="/docProps/app.xml" Id="R195a2c9887314f70" /><Relationship Type="http://schemas.openxmlformats.org/officeDocument/2006/relationships/officeDocument" Target="/ppt/presentation.xml" Id="R3379b9462eb34b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389c55c37f4d0e"/>
  </p:sldMasterIdLst>
  <p:notesMasterIdLst>
    <p:notesMasterId xmlns:r="http://schemas.openxmlformats.org/officeDocument/2006/relationships" r:id="R929a49f30a7a4e3d"/>
  </p:notesMasterIdLst>
  <p:sldIdLst>
    <p:sldId xmlns:r="http://schemas.openxmlformats.org/officeDocument/2006/relationships" id="256" r:id="R5e54d080b97c4916"/>
    <p:sldId xmlns:r="http://schemas.openxmlformats.org/officeDocument/2006/relationships" id="257" r:id="R59afdd9d166c497b"/>
  </p:sldIdLst>
  <p:sldSz cx="7315200" cy="3200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0f7b4c76184b4a" /><Relationship Type="http://schemas.openxmlformats.org/officeDocument/2006/relationships/slideMaster" Target="/ppt/slideMasters/slideMaster1.xml" Id="R7b389c55c37f4d0e" /><Relationship Type="http://schemas.openxmlformats.org/officeDocument/2006/relationships/notesMaster" Target="/ppt/notesMasters/notesMaster1.xml" Id="R929a49f30a7a4e3d" /><Relationship Type="http://schemas.openxmlformats.org/officeDocument/2006/relationships/presProps" Target="/ppt/presProps.xml" Id="R434c3954474c47f0" /><Relationship Type="http://schemas.openxmlformats.org/officeDocument/2006/relationships/tableStyles" Target="/ppt/tableStyles.xml" Id="Ra6b9f91692c1433d" /><Relationship Type="http://schemas.openxmlformats.org/officeDocument/2006/relationships/slide" Target="/ppt/slides/slide1.xml" Id="R5e54d080b97c4916" /><Relationship Type="http://schemas.openxmlformats.org/officeDocument/2006/relationships/slide" Target="/ppt/slides/slide2.xml" Id="R59afdd9d166c49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41a0e637bf47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a2b03fcf984eb8" /><Relationship Type="http://schemas.openxmlformats.org/officeDocument/2006/relationships/notesMaster" Target="/ppt/notesMasters/notesMaster1.xml" Id="R81b2eabef85f46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304bf468c14979" /><Relationship Type="http://schemas.openxmlformats.org/officeDocument/2006/relationships/notesMaster" Target="/ppt/notesMasters/notesMaster1.xml" Id="R1f59dcde92e54e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1C student submission slide. Recreate the target on this blank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1C non-submission asset slide. Assets remain raw and unformatted.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da2211d364d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32cad578c04205" /><Relationship Type="http://schemas.openxmlformats.org/officeDocument/2006/relationships/slideLayout" Target="/ppt/slideLayouts/slideLayout1.xml" Id="R6fbbaf8e32c54b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bbaf8e32c54b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c7014e4934f67" /><Relationship Type="http://schemas.openxmlformats.org/officeDocument/2006/relationships/notesSlide" Target="/ppt/notesSlides/notesSlide1.xml" Id="R2618bd227b0d40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58a7d2d9e42f6" /><Relationship Type="http://schemas.openxmlformats.org/officeDocument/2006/relationships/notesSlide" Target="/ppt/notesSlides/notesSlide2.xml" Id="Rcddf4af77c0c48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lank white work canvas">
            <a:extLst xmlns:a="http://schemas.openxmlformats.org/drawingml/2006/main">
              <a:ext uri="{FF2B5EF4-FFF2-40B4-BE49-F238E27FC236}">
                <a16:creationId xmlns:a16="http://schemas.microsoft.com/office/drawing/2014/main" id="{42DB15A2-47B3-407A-B336-83B94120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933821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479F6-1F56-415D-900F-430B70D6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2900"/>
            <a:ext cx="662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ASSET SLIDE — DO NOT SUBMIT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C2896-1F7D-4E75-94D8-140EF0D0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81050"/>
            <a:ext cx="662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Get Calendar Month, Schedule, and Location On from Google Icons using the links on the assessment page.</a:t>
            </a:r>
          </a:p>
        </p:txBody>
      </p:sp>
    </p:spTree>
    <p:extLst>
      <p:ext uri="{BB962C8B-B14F-4D97-AF65-F5344CB8AC3E}">
        <p14:creationId xmlns:p14="http://schemas.microsoft.com/office/powerpoint/2010/main" val="2001712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2026-09-21T14:12:09.1060000Z</dcterms:created>
  <dcterms:modified xsi:type="dcterms:W3CDTF">2026-09-21T14:12:09.1060000Z</dcterms:modified>
</coreProperties>
</file>