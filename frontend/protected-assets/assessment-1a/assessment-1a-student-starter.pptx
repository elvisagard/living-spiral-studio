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9b588c903f439c" /><Relationship Type="http://schemas.openxmlformats.org/officeDocument/2006/relationships/extended-properties" Target="/docProps/app.xml" Id="Rbaa6b637c0714037" /><Relationship Type="http://schemas.openxmlformats.org/officeDocument/2006/relationships/officeDocument" Target="/ppt/presentation.xml" Id="R961bae086d684b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2d4c93f43d4217"/>
  </p:sldMasterIdLst>
  <p:notesMasterIdLst>
    <p:notesMasterId xmlns:r="http://schemas.openxmlformats.org/officeDocument/2006/relationships" r:id="R0354138729c04e74"/>
  </p:notesMasterIdLst>
  <p:sldIdLst>
    <p:sldId xmlns:r="http://schemas.openxmlformats.org/officeDocument/2006/relationships" id="256" r:id="Rd1ec950794334f19"/>
    <p:sldId xmlns:r="http://schemas.openxmlformats.org/officeDocument/2006/relationships" id="257" r:id="R596e7088f967434a"/>
  </p:sldIdLst>
  <p:sldSz cx="7315200" cy="7315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d1bf72fac445cf" /><Relationship Type="http://schemas.openxmlformats.org/officeDocument/2006/relationships/slideMaster" Target="/ppt/slideMasters/slideMaster1.xml" Id="R2d2d4c93f43d4217" /><Relationship Type="http://schemas.openxmlformats.org/officeDocument/2006/relationships/notesMaster" Target="/ppt/notesMasters/notesMaster1.xml" Id="R0354138729c04e74" /><Relationship Type="http://schemas.openxmlformats.org/officeDocument/2006/relationships/presProps" Target="/ppt/presProps.xml" Id="R5c587e10e345430b" /><Relationship Type="http://schemas.openxmlformats.org/officeDocument/2006/relationships/tableStyles" Target="/ppt/tableStyles.xml" Id="R4be6093d8fa84ae4" /><Relationship Type="http://schemas.openxmlformats.org/officeDocument/2006/relationships/slide" Target="/ppt/slides/slide1.xml" Id="Rd1ec950794334f19" /><Relationship Type="http://schemas.openxmlformats.org/officeDocument/2006/relationships/slide" Target="/ppt/slides/slide2.xml" Id="R596e7088f96743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02e39e995b4c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77e03f09c4e1c" /><Relationship Type="http://schemas.openxmlformats.org/officeDocument/2006/relationships/notesMaster" Target="/ppt/notesMasters/notesMaster1.xml" Id="Rf04a17ab5a6540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6e31c165b14a7e" /><Relationship Type="http://schemas.openxmlformats.org/officeDocument/2006/relationships/notesMaster" Target="/ppt/notesMasters/notesMaster1.xml" Id="R502e6bf169e944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1A student submission slide. Recreate the target on this blank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1A non-submission asset slide. Assets remain raw and unformatted.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5fdc21fa94e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3f069defbf4fab" /><Relationship Type="http://schemas.openxmlformats.org/officeDocument/2006/relationships/slideLayout" Target="/ppt/slideLayouts/slideLayout1.xml" Id="Rf96d273a621444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6d273a621444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51c7234d046b3" /><Relationship Type="http://schemas.openxmlformats.org/officeDocument/2006/relationships/notesSlide" Target="/ppt/notesSlides/notesSlide1.xml" Id="R530ea66a23264c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eb80e3616407d" /><Relationship Type="http://schemas.openxmlformats.org/officeDocument/2006/relationships/image" Target="/ppt/media/image.png" Id="R01c19dbfed104b21" /><Relationship Type="http://schemas.openxmlformats.org/officeDocument/2006/relationships/image" Target="/ppt/media/image.svg" Id="Re758d994cd694269" /><Relationship Type="http://schemas.openxmlformats.org/officeDocument/2006/relationships/notesSlide" Target="/ppt/notesSlides/notesSlide2.xml" Id="Rcb6dcb215a4e42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white work canvas">
            <a:extLst xmlns:a="http://schemas.openxmlformats.org/drawingml/2006/main">
              <a:ext uri="{FF2B5EF4-FFF2-40B4-BE49-F238E27FC236}">
                <a16:creationId xmlns:a16="http://schemas.microsoft.com/office/drawing/2014/main" id="{8776B01F-24BA-41A1-9F27-67AF41A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21166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7BD4F-EABE-4749-9D1A-9B0D6ECB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ASSET SLIDE — DO NOT SUBMIT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2DD47-F9C3-40E5-8FE2-4BA4CB3E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Copy the raw asset you need to Slide 1. Perform all cropping, masking, recoloring, resizing, and placement yourself.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19dbfed104b21">
            <a:extLst>
              <a:ext uri="{96DAC541-7B7A-43D3-8B79-37D633B846F1}">
                <asvg:svgBlip xmlns:asvg="http://schemas.microsoft.com/office/drawing/2016/SVG/main" r:embed="Re758d994cd6942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05100" y="2428875"/>
            <a:ext cx="1905000" cy="190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4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2026-09-21T13:30:02.7470000Z</dcterms:created>
  <dcterms:modified xsi:type="dcterms:W3CDTF">2026-09-21T13:30:02.7470000Z</dcterms:modified>
</coreProperties>
</file>