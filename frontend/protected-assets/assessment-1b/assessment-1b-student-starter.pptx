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39d394e2042f1" /><Relationship Type="http://schemas.openxmlformats.org/officeDocument/2006/relationships/extended-properties" Target="/docProps/app.xml" Id="Radcb4fb884a5402a" /><Relationship Type="http://schemas.openxmlformats.org/officeDocument/2006/relationships/officeDocument" Target="/ppt/presentation.xml" Id="Rd1c54e4aa163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74b5cf7414d1e"/>
  </p:sldMasterIdLst>
  <p:notesMasterIdLst>
    <p:notesMasterId xmlns:r="http://schemas.openxmlformats.org/officeDocument/2006/relationships" r:id="R716318849584474c"/>
  </p:notesMasterIdLst>
  <p:sldIdLst>
    <p:sldId xmlns:r="http://schemas.openxmlformats.org/officeDocument/2006/relationships" id="256" r:id="R14309b593c4c4c7c"/>
    <p:sldId xmlns:r="http://schemas.openxmlformats.org/officeDocument/2006/relationships" id="257" r:id="R1e4e01e3b04c478e"/>
  </p:sldIdLst>
  <p:sldSz cx="36576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fb2ac520384be8" /><Relationship Type="http://schemas.openxmlformats.org/officeDocument/2006/relationships/slideMaster" Target="/ppt/slideMasters/slideMaster1.xml" Id="R08574b5cf7414d1e" /><Relationship Type="http://schemas.openxmlformats.org/officeDocument/2006/relationships/notesMaster" Target="/ppt/notesMasters/notesMaster1.xml" Id="R716318849584474c" /><Relationship Type="http://schemas.openxmlformats.org/officeDocument/2006/relationships/presProps" Target="/ppt/presProps.xml" Id="R3ac3b02a82744aad" /><Relationship Type="http://schemas.openxmlformats.org/officeDocument/2006/relationships/tableStyles" Target="/ppt/tableStyles.xml" Id="R5920589f47ea4d6b" /><Relationship Type="http://schemas.openxmlformats.org/officeDocument/2006/relationships/slide" Target="/ppt/slides/slide1.xml" Id="R14309b593c4c4c7c" /><Relationship Type="http://schemas.openxmlformats.org/officeDocument/2006/relationships/slide" Target="/ppt/slides/slide2.xml" Id="R1e4e01e3b04c47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5883f5b29d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5f51578e444e65" /><Relationship Type="http://schemas.openxmlformats.org/officeDocument/2006/relationships/notesMaster" Target="/ppt/notesMasters/notesMaster1.xml" Id="Rcb1d2666a8ef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99e423fdf8450a" /><Relationship Type="http://schemas.openxmlformats.org/officeDocument/2006/relationships/notesMaster" Target="/ppt/notesMasters/notesMaster1.xml" Id="R78f30cd7f7fb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1B student submission slide. Recreate the target on this blank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1B non-submission asset slide. Assets remain raw and unformatted.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4b009ad074a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3d8d434605488d" /><Relationship Type="http://schemas.openxmlformats.org/officeDocument/2006/relationships/slideLayout" Target="/ppt/slideLayouts/slideLayout1.xml" Id="Re23e1f438a0649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3e1f438a0649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5bc70e434945" /><Relationship Type="http://schemas.openxmlformats.org/officeDocument/2006/relationships/notesSlide" Target="/ppt/notesSlides/notesSlide1.xml" Id="R4167af936b7d45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1e37b70a248c8" /><Relationship Type="http://schemas.openxmlformats.org/officeDocument/2006/relationships/image" Target="/ppt/media/image.png" Id="R762e602cc8024248" /><Relationship Type="http://schemas.openxmlformats.org/officeDocument/2006/relationships/image" Target="/ppt/media/image2.png" Id="Ra5631e323a9d4a6e" /><Relationship Type="http://schemas.openxmlformats.org/officeDocument/2006/relationships/image" Target="/ppt/media/image.svg" Id="R955e8226b6124a44" /><Relationship Type="http://schemas.openxmlformats.org/officeDocument/2006/relationships/notesSlide" Target="/ppt/notesSlides/notesSlide2.xml" Id="R58083ff8a571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lank white work canvas">
            <a:extLst xmlns:a="http://schemas.openxmlformats.org/drawingml/2006/main">
              <a:ext uri="{FF2B5EF4-FFF2-40B4-BE49-F238E27FC236}">
                <a16:creationId xmlns:a16="http://schemas.microsoft.com/office/drawing/2014/main" id="{AB5F8E4B-9090-4693-8ADA-53931E7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1238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6E2C3-2DD2-4DA3-890D-55A234A1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ASSET SLIDE — DO NOT SUBMIT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D787A-999F-4EE7-90FC-9DDA92E3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85800"/>
            <a:ext cx="320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324D"/>
                </a:solidFill>
                <a:latin typeface="Montserrat"/>
                <a:ea typeface="Montserrat"/>
                <a:cs typeface="Montserrat"/>
              </a:rPr>
              <a:t>Copy the raw asset you need to Slide 1. Perform all cropping, masking, recoloring, resizing, and placement yourself.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e602cc8024248"/>
          <a:stretch xmlns:a="http://schemas.openxmlformats.org/drawingml/2006/main"/>
        </p:blipFill>
        <p:spPr>
          <a:xfrm xmlns:a="http://schemas.openxmlformats.org/drawingml/2006/main">
            <a:off x="514350" y="1428750"/>
            <a:ext cx="2000250" cy="300037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31e323a9d4a6e">
            <a:extLst>
              <a:ext uri="{96DAC541-7B7A-43D3-8B79-37D633B846F1}">
                <asvg:svgBlip xmlns:asvg="http://schemas.microsoft.com/office/drawing/2016/SVG/main" r:embed="R955e8226b6124a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24150" y="240030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95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2026-09-21T13:30:04.0000000Z</dcterms:created>
  <dcterms:modified xsi:type="dcterms:W3CDTF">2026-09-21T13:30:04.0000000Z</dcterms:modified>
</coreProperties>
</file>