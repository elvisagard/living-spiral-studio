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d5dd3a145c24fdc" /><Relationship Type="http://schemas.openxmlformats.org/officeDocument/2006/relationships/extended-properties" Target="/docProps/app.xml" Id="Re9c03e7d552b4520" /><Relationship Type="http://schemas.openxmlformats.org/officeDocument/2006/relationships/officeDocument" Target="/ppt/presentation.xml" Id="R0ba556c4d55b4dbc" /></Relationships>
</file>

<file path=ppt/presentation.xml><?xml version="1.0" encoding="utf-8"?>
<p:presentation xmlns:p="http://schemas.openxmlformats.org/presentationml/2006/main">
  <p:sldMasterIdLst>
    <p:sldMasterId xmlns:r="http://schemas.openxmlformats.org/officeDocument/2006/relationships" id="2147483648" r:id="R09dcca9a140b4bb0"/>
  </p:sldMasterIdLst>
  <p:notesMasterIdLst>
    <p:notesMasterId xmlns:r="http://schemas.openxmlformats.org/officeDocument/2006/relationships" r:id="Rd2f13371984546cd"/>
  </p:notesMasterIdLst>
  <p:sldIdLst>
    <p:sldId xmlns:r="http://schemas.openxmlformats.org/officeDocument/2006/relationships" id="256" r:id="R092bb0f685ad4018"/>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bf5ab6b9c4a4450" /><Relationship Type="http://schemas.openxmlformats.org/officeDocument/2006/relationships/slideMaster" Target="/ppt/slideMasters/slideMaster1.xml" Id="R09dcca9a140b4bb0" /><Relationship Type="http://schemas.openxmlformats.org/officeDocument/2006/relationships/notesMaster" Target="/ppt/notesMasters/notesMaster1.xml" Id="Rd2f13371984546cd" /><Relationship Type="http://schemas.openxmlformats.org/officeDocument/2006/relationships/presProps" Target="/ppt/presProps.xml" Id="Rfe29dea925154eb3" /><Relationship Type="http://schemas.openxmlformats.org/officeDocument/2006/relationships/tableStyles" Target="/ppt/tableStyles.xml" Id="Ra14828e489844150" /><Relationship Type="http://schemas.openxmlformats.org/officeDocument/2006/relationships/slide" Target="/ppt/slides/slide1.xml" Id="R092bb0f685ad40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fe548c3d9714a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db8569c8e84a15" /><Relationship Type="http://schemas.openxmlformats.org/officeDocument/2006/relationships/notesMaster" Target="/ppt/notesMasters/notesMaster1.xml" Id="R2d9908b267494b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Assessment 1D teacher reference. The photo is cropped to the right third without distortion. The blue panel overlaps the photo and title region. Four equal lime circles remain separate editable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954f6135104e8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ae524262e74365" /><Relationship Type="http://schemas.openxmlformats.org/officeDocument/2006/relationships/slideLayout" Target="/ppt/slideLayouts/slideLayout1.xml" Id="Re1c90299e31f43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c90299e31f43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50477d5501b460b" /><Relationship Type="http://schemas.openxmlformats.org/officeDocument/2006/relationships/image" Target="/ppt/media/image.png" Id="R40724014b5f84179" /><Relationship Type="http://schemas.openxmlformats.org/officeDocument/2006/relationships/image" Target="/ppt/media/image2.png" Id="Rd612d612fb8b43f7" /><Relationship Type="http://schemas.openxmlformats.org/officeDocument/2006/relationships/image" Target="/ppt/media/image.svg" Id="Re7376353cb4f422d" /><Relationship Type="http://schemas.openxmlformats.org/officeDocument/2006/relationships/notesSlide" Target="/ppt/notesSlides/notesSlide1.xml" Id="Rf4ec446265514d63" /></Relationships>
</file>

<file path=ppt/slides/slide1.xml><?xml version="1.0" encoding="utf-8"?>
<p:sld xmlns:p="http://schemas.openxmlformats.org/presentationml/2006/main">
  <p:cSld>
    <p:bg>
      <p:bgPr>
        <a:solidFill xmlns:a="http://schemas.openxmlformats.org/drawingml/2006/main">
          <a:srgbClr val="202A35"/>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0724014b5f84179"/>
          <a:srcRect xmlns:a="http://schemas.openxmlformats.org/drawingml/2006/main" l="33324" t="0" r="33324" b="0"/>
          <a:stretch xmlns:a="http://schemas.openxmlformats.org/drawingml/2006/main">
            <a:fillRect l="0" t="0" r="0" b="0"/>
          </a:stretch>
        </p:blipFill>
        <p:spPr>
          <a:xfrm xmlns:a="http://schemas.openxmlformats.org/drawingml/2006/main">
            <a:off x="6096000" y="0"/>
            <a:ext cx="3048000" cy="5143500"/>
          </a:xfrm>
          <a:prstGeom xmlns:a="http://schemas.openxmlformats.org/drawingml/2006/main" prst="rect">
            <a:avLst/>
          </a:prstGeom>
        </p:spPr>
      </p:pic>
      <p:sp>
        <p:nvSpPr>
          <p:cNvPr id="2" name="Electric blue overlap panel">
            <a:extLst xmlns:a="http://schemas.openxmlformats.org/drawingml/2006/main">
              <a:ext uri="{FF2B5EF4-FFF2-40B4-BE49-F238E27FC236}">
                <a16:creationId xmlns:a16="http://schemas.microsoft.com/office/drawing/2014/main" id="{B501D29F-1B14-4C45-BDCD-47EB905088A0}"/>
              </a:ext>
            </a:extLst>
          </p:cNvPr>
          <p:cNvSpPr>
            <a:spLocks xmlns:a="http://schemas.openxmlformats.org/drawingml/2006/main" noGrp="1"/>
          </p:cNvSpPr>
          <p:nvPr/>
        </p:nvSpPr>
        <p:spPr>
          <a:xfrm xmlns:a="http://schemas.openxmlformats.org/drawingml/2006/main">
            <a:off x="3638550" y="2133600"/>
            <a:ext cx="3505200" cy="1066800"/>
          </a:xfrm>
          <a:prstGeom xmlns:a="http://schemas.openxmlformats.org/drawingml/2006/main" prst="rect">
            <a:avLst/>
          </a:prstGeom>
          <a:solidFill xmlns:a="http://schemas.openxmlformats.org/drawingml/2006/main">
            <a:srgbClr val="2F80ED"/>
          </a:solidFill>
          <a:ln xmlns:a="http://schemas.openxmlformats.org/drawingml/2006/main" w="0">
            <a:noFill/>
          </a:ln>
        </p:spPr>
      </p:sp>
      <p:sp>
        <p:nvSpPr>
          <p:cNvPr id="3" name="Eyebrow">
            <a:extLst xmlns:a="http://schemas.openxmlformats.org/drawingml/2006/main">
              <a:ext uri="{FF2B5EF4-FFF2-40B4-BE49-F238E27FC236}">
                <a16:creationId xmlns:a16="http://schemas.microsoft.com/office/drawing/2014/main" id="{31B8DAFE-8CF2-4885-91B8-16820D03F0F3}"/>
              </a:ext>
            </a:extLst>
          </p:cNvPr>
          <p:cNvSpPr>
            <a:spLocks xmlns:a="http://schemas.openxmlformats.org/drawingml/2006/main" noGrp="1"/>
          </p:cNvSpPr>
          <p:nvPr/>
        </p:nvSpPr>
        <p:spPr>
          <a:xfrm xmlns:a="http://schemas.openxmlformats.org/drawingml/2006/main">
            <a:off x="533400" y="4381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anchor="ctr">
            <a:normAutofit fontScale="100000"/>
          </a:bodyPr>
          <a:lstStyle xmlns:a="http://schemas.openxmlformats.org/drawingml/2006/main"/>
          <a:p xmlns:a="http://schemas.openxmlformats.org/drawingml/2006/main">
            <a:pPr algn="l">
              <a:defRPr sz="1350" b="1">
                <a:solidFill>
                  <a:srgbClr val="B8E34A"/>
                </a:solidFill>
                <a:latin typeface="Montserrat"/>
                <a:ea typeface="Montserrat"/>
                <a:cs typeface="Montserrat"/>
              </a:defRPr>
            </a:pPr>
            <a:r>
              <a:rPr sz="1350" b="1">
                <a:solidFill>
                  <a:srgbClr val="B8E34A"/>
                </a:solidFill>
                <a:latin typeface="Montserrat"/>
                <a:ea typeface="Montserrat"/>
                <a:cs typeface="Montserrat"/>
              </a:rPr>
              <a:t>BUILD • TEST • DISCOVER</a:t>
            </a:r>
          </a:p>
        </p:txBody>
      </p:sp>
      <p:sp>
        <p:nvSpPr>
          <p:cNvPr id="4" name="Robotics title">
            <a:extLst xmlns:a="http://schemas.openxmlformats.org/drawingml/2006/main">
              <a:ext uri="{FF2B5EF4-FFF2-40B4-BE49-F238E27FC236}">
                <a16:creationId xmlns:a16="http://schemas.microsoft.com/office/drawing/2014/main" id="{448C4264-80D5-4A61-80E5-DCF40F3C60FC}"/>
              </a:ext>
            </a:extLst>
          </p:cNvPr>
          <p:cNvSpPr>
            <a:spLocks xmlns:a="http://schemas.openxmlformats.org/drawingml/2006/main" noGrp="1"/>
          </p:cNvSpPr>
          <p:nvPr/>
        </p:nvSpPr>
        <p:spPr>
          <a:xfrm xmlns:a="http://schemas.openxmlformats.org/drawingml/2006/main">
            <a:off x="476250" y="990600"/>
            <a:ext cx="5429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anchor="ctr">
            <a:normAutofit fontScale="100000"/>
          </a:bodyPr>
          <a:lstStyle xmlns:a="http://schemas.openxmlformats.org/drawingml/2006/main"/>
          <a:p xmlns:a="http://schemas.openxmlformats.org/drawingml/2006/main">
            <a:pPr algn="l">
              <a:defRPr sz="6150" b="0">
                <a:solidFill>
                  <a:srgbClr val="FFFFFF"/>
                </a:solidFill>
                <a:latin typeface="Bebas Neue"/>
                <a:ea typeface="Bebas Neue"/>
                <a:cs typeface="Bebas Neue"/>
              </a:defRPr>
            </a:pPr>
            <a:r>
              <a:rPr sz="6150" b="0">
                <a:solidFill>
                  <a:srgbClr val="FFFFFF"/>
                </a:solidFill>
                <a:latin typeface="Bebas Neue"/>
                <a:ea typeface="Bebas Neue"/>
                <a:cs typeface="Bebas Neue"/>
              </a:rPr>
              <a:t>ROBOTICS</a:t>
            </a:r>
          </a:p>
        </p:txBody>
      </p:sp>
      <p:sp>
        <p:nvSpPr>
          <p:cNvPr id="5" name="Open house title">
            <a:extLst xmlns:a="http://schemas.openxmlformats.org/drawingml/2006/main">
              <a:ext uri="{FF2B5EF4-FFF2-40B4-BE49-F238E27FC236}">
                <a16:creationId xmlns:a16="http://schemas.microsoft.com/office/drawing/2014/main" id="{C70D4C30-E68B-44DE-AF10-7D473366BDCF}"/>
              </a:ext>
            </a:extLst>
          </p:cNvPr>
          <p:cNvSpPr>
            <a:spLocks xmlns:a="http://schemas.openxmlformats.org/drawingml/2006/main" noGrp="1"/>
          </p:cNvSpPr>
          <p:nvPr/>
        </p:nvSpPr>
        <p:spPr>
          <a:xfrm xmlns:a="http://schemas.openxmlformats.org/drawingml/2006/main">
            <a:off x="3829050" y="2247900"/>
            <a:ext cx="3124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anchor="ctr">
            <a:normAutofit fontScale="82184"/>
          </a:bodyPr>
          <a:lstStyle xmlns:a="http://schemas.openxmlformats.org/drawingml/2006/main"/>
          <a:p xmlns:a="http://schemas.openxmlformats.org/drawingml/2006/main">
            <a:pPr algn="ctr">
              <a:defRPr sz="4350" b="0">
                <a:solidFill>
                  <a:srgbClr val="FFFFFF"/>
                </a:solidFill>
                <a:latin typeface="Bebas Neue"/>
                <a:ea typeface="Bebas Neue"/>
                <a:cs typeface="Bebas Neue"/>
              </a:defRPr>
            </a:pPr>
            <a:r>
              <a:rPr sz="4350" b="0">
                <a:solidFill>
                  <a:srgbClr val="FFFFFF"/>
                </a:solidFill>
                <a:latin typeface="Bebas Neue"/>
                <a:ea typeface="Bebas Neue"/>
                <a:cs typeface="Bebas Neue"/>
              </a:rPr>
              <a:t>OPEN HOUSE</a:t>
            </a:r>
          </a:p>
        </p:txBody>
      </p:sp>
      <p:sp>
        <p:nvSpPr>
          <p:cNvPr id="6" name="Date and time">
            <a:extLst xmlns:a="http://schemas.openxmlformats.org/drawingml/2006/main">
              <a:ext uri="{FF2B5EF4-FFF2-40B4-BE49-F238E27FC236}">
                <a16:creationId xmlns:a16="http://schemas.microsoft.com/office/drawing/2014/main" id="{006896F4-FEC1-4E81-B852-EDD1544CFCB2}"/>
              </a:ext>
            </a:extLst>
          </p:cNvPr>
          <p:cNvSpPr>
            <a:spLocks xmlns:a="http://schemas.openxmlformats.org/drawingml/2006/main" noGrp="1"/>
          </p:cNvSpPr>
          <p:nvPr/>
        </p:nvSpPr>
        <p:spPr>
          <a:xfrm xmlns:a="http://schemas.openxmlformats.org/drawingml/2006/main">
            <a:off x="533400" y="3028950"/>
            <a:ext cx="335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anchor="ctr">
            <a:normAutofit fontScale="100000"/>
          </a:bodyPr>
          <a:lstStyle xmlns:a="http://schemas.openxmlformats.org/drawingml/2006/main"/>
          <a:p xmlns:a="http://schemas.openxmlformats.org/drawingml/2006/main">
            <a:pPr algn="l">
              <a:defRPr sz="1575" b="1">
                <a:solidFill>
                  <a:srgbClr val="FFFFFF"/>
                </a:solidFill>
                <a:latin typeface="Montserrat"/>
                <a:ea typeface="Montserrat"/>
                <a:cs typeface="Montserrat"/>
              </a:defRPr>
            </a:pPr>
            <a:r>
              <a:rPr sz="1575" b="1">
                <a:solidFill>
                  <a:srgbClr val="FFFFFF"/>
                </a:solidFill>
                <a:latin typeface="Montserrat"/>
                <a:ea typeface="Montserrat"/>
                <a:cs typeface="Montserrat"/>
              </a:rPr>
              <a:t>THURSDAY • 4:30 PM</a:t>
            </a:r>
          </a:p>
        </p:txBody>
      </p:sp>
      <p:sp>
        <p:nvSpPr>
          <p:cNvPr id="7" name="Location">
            <a:extLst xmlns:a="http://schemas.openxmlformats.org/drawingml/2006/main">
              <a:ext uri="{FF2B5EF4-FFF2-40B4-BE49-F238E27FC236}">
                <a16:creationId xmlns:a16="http://schemas.microsoft.com/office/drawing/2014/main" id="{B8C2E7BD-0645-4D20-9BBB-F927A0A01489}"/>
              </a:ext>
            </a:extLst>
          </p:cNvPr>
          <p:cNvSpPr>
            <a:spLocks xmlns:a="http://schemas.openxmlformats.org/drawingml/2006/main" noGrp="1"/>
          </p:cNvSpPr>
          <p:nvPr/>
        </p:nvSpPr>
        <p:spPr>
          <a:xfrm xmlns:a="http://schemas.openxmlformats.org/drawingml/2006/main">
            <a:off x="533400" y="348615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anchor="ctr">
            <a:normAutofit fontScale="100000"/>
          </a:bodyPr>
          <a:lstStyle xmlns:a="http://schemas.openxmlformats.org/drawingml/2006/main"/>
          <a:p xmlns:a="http://schemas.openxmlformats.org/drawingml/2006/main">
            <a:pPr algn="l">
              <a:defRPr sz="1350" b="0">
                <a:solidFill>
                  <a:srgbClr val="FFFFFF"/>
                </a:solidFill>
                <a:latin typeface="Montserrat"/>
                <a:ea typeface="Montserrat"/>
                <a:cs typeface="Montserrat"/>
              </a:defRPr>
            </a:pPr>
            <a:r>
              <a:rPr sz="1350" b="0">
                <a:solidFill>
                  <a:srgbClr val="FFFFFF"/>
                </a:solidFill>
                <a:latin typeface="Montserrat"/>
                <a:ea typeface="Montserrat"/>
                <a:cs typeface="Montserrat"/>
              </a:rPr>
              <a:t>TECH LAB</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612d612fb8b43f7">
            <a:extLst>
              <a:ext uri="{96DAC541-7B7A-43D3-8B79-37D633B846F1}">
                <asvg:svgBlip xmlns:asvg="http://schemas.microsoft.com/office/drawing/2016/SVG/main" r:embed="Re7376353cb4f422d"/>
              </a:ext>
            </a:extLst>
          </a:blip>
          <a:stretch xmlns:a="http://schemas.openxmlformats.org/drawingml/2006/main"/>
        </p:blipFill>
        <p:spPr>
          <a:xfrm xmlns:a="http://schemas.openxmlformats.org/drawingml/2006/main">
            <a:off x="533400" y="4171950"/>
            <a:ext cx="438150" cy="438150"/>
          </a:xfrm>
          <a:prstGeom xmlns:a="http://schemas.openxmlformats.org/drawingml/2006/main" prst="rect">
            <a:avLst/>
          </a:prstGeom>
        </p:spPr>
      </p:pic>
      <p:sp>
        <p:nvSpPr>
          <p:cNvPr id="9" name="Callout">
            <a:extLst xmlns:a="http://schemas.openxmlformats.org/drawingml/2006/main">
              <a:ext uri="{FF2B5EF4-FFF2-40B4-BE49-F238E27FC236}">
                <a16:creationId xmlns:a16="http://schemas.microsoft.com/office/drawing/2014/main" id="{ABEB2F8F-501C-46E3-8ECA-CAFF1ED7BF02}"/>
              </a:ext>
            </a:extLst>
          </p:cNvPr>
          <p:cNvSpPr>
            <a:spLocks xmlns:a="http://schemas.openxmlformats.org/drawingml/2006/main" noGrp="1"/>
          </p:cNvSpPr>
          <p:nvPr/>
        </p:nvSpPr>
        <p:spPr>
          <a:xfrm xmlns:a="http://schemas.openxmlformats.org/drawingml/2006/main">
            <a:off x="1104900" y="4133850"/>
            <a:ext cx="381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anchor="ctr">
            <a:normAutofit fontScale="100000"/>
          </a:bodyPr>
          <a:lstStyle xmlns:a="http://schemas.openxmlformats.org/drawingml/2006/main"/>
          <a:p xmlns:a="http://schemas.openxmlformats.org/drawingml/2006/main">
            <a:pPr algn="l">
              <a:defRPr sz="1650" b="1">
                <a:solidFill>
                  <a:srgbClr val="B8E34A"/>
                </a:solidFill>
                <a:latin typeface="Montserrat"/>
                <a:ea typeface="Montserrat"/>
                <a:cs typeface="Montserrat"/>
              </a:defRPr>
            </a:pPr>
            <a:r>
              <a:rPr sz="1650" b="1">
                <a:solidFill>
                  <a:srgbClr val="B8E34A"/>
                </a:solidFill>
                <a:latin typeface="Montserrat"/>
                <a:ea typeface="Montserrat"/>
                <a:cs typeface="Montserrat"/>
              </a:rPr>
              <a:t>SEE WHAT WE'RE BUILDING</a:t>
            </a:r>
          </a:p>
        </p:txBody>
      </p:sp>
      <p:sp>
        <p:nvSpPr>
          <p:cNvPr id="10" name="Repeated lime circle 1">
            <a:extLst xmlns:a="http://schemas.openxmlformats.org/drawingml/2006/main">
              <a:ext uri="{FF2B5EF4-FFF2-40B4-BE49-F238E27FC236}">
                <a16:creationId xmlns:a16="http://schemas.microsoft.com/office/drawing/2014/main" id="{A6E86236-5EE2-4090-9E04-FCCDA3FBF7D0}"/>
              </a:ext>
            </a:extLst>
          </p:cNvPr>
          <p:cNvSpPr>
            <a:spLocks xmlns:a="http://schemas.openxmlformats.org/drawingml/2006/main" noGrp="1"/>
          </p:cNvSpPr>
          <p:nvPr/>
        </p:nvSpPr>
        <p:spPr>
          <a:xfrm xmlns:a="http://schemas.openxmlformats.org/drawingml/2006/main">
            <a:off x="5219700" y="4505325"/>
            <a:ext cx="123825" cy="123825"/>
          </a:xfrm>
          <a:prstGeom xmlns:a="http://schemas.openxmlformats.org/drawingml/2006/main" prst="ellipse">
            <a:avLst/>
          </a:prstGeom>
          <a:solidFill xmlns:a="http://schemas.openxmlformats.org/drawingml/2006/main">
            <a:srgbClr val="B8E34A"/>
          </a:solidFill>
          <a:ln xmlns:a="http://schemas.openxmlformats.org/drawingml/2006/main" w="0">
            <a:noFill/>
          </a:ln>
        </p:spPr>
      </p:sp>
      <p:sp>
        <p:nvSpPr>
          <p:cNvPr id="11" name="Repeated lime circle 2">
            <a:extLst xmlns:a="http://schemas.openxmlformats.org/drawingml/2006/main">
              <a:ext uri="{FF2B5EF4-FFF2-40B4-BE49-F238E27FC236}">
                <a16:creationId xmlns:a16="http://schemas.microsoft.com/office/drawing/2014/main" id="{CC4B8886-070D-473B-95A9-6D9F66C37BDB}"/>
              </a:ext>
            </a:extLst>
          </p:cNvPr>
          <p:cNvSpPr>
            <a:spLocks xmlns:a="http://schemas.openxmlformats.org/drawingml/2006/main" noGrp="1"/>
          </p:cNvSpPr>
          <p:nvPr/>
        </p:nvSpPr>
        <p:spPr>
          <a:xfrm xmlns:a="http://schemas.openxmlformats.org/drawingml/2006/main">
            <a:off x="5486400" y="4505325"/>
            <a:ext cx="123825" cy="123825"/>
          </a:xfrm>
          <a:prstGeom xmlns:a="http://schemas.openxmlformats.org/drawingml/2006/main" prst="ellipse">
            <a:avLst/>
          </a:prstGeom>
          <a:solidFill xmlns:a="http://schemas.openxmlformats.org/drawingml/2006/main">
            <a:srgbClr val="B8E34A"/>
          </a:solidFill>
          <a:ln xmlns:a="http://schemas.openxmlformats.org/drawingml/2006/main" w="0">
            <a:noFill/>
          </a:ln>
        </p:spPr>
      </p:sp>
      <p:sp>
        <p:nvSpPr>
          <p:cNvPr id="12" name="Repeated lime circle 3">
            <a:extLst xmlns:a="http://schemas.openxmlformats.org/drawingml/2006/main">
              <a:ext uri="{FF2B5EF4-FFF2-40B4-BE49-F238E27FC236}">
                <a16:creationId xmlns:a16="http://schemas.microsoft.com/office/drawing/2014/main" id="{5FB31A7E-029A-422D-BD00-6B723793E378}"/>
              </a:ext>
            </a:extLst>
          </p:cNvPr>
          <p:cNvSpPr>
            <a:spLocks xmlns:a="http://schemas.openxmlformats.org/drawingml/2006/main" noGrp="1"/>
          </p:cNvSpPr>
          <p:nvPr/>
        </p:nvSpPr>
        <p:spPr>
          <a:xfrm xmlns:a="http://schemas.openxmlformats.org/drawingml/2006/main">
            <a:off x="5753100" y="4505325"/>
            <a:ext cx="123825" cy="123825"/>
          </a:xfrm>
          <a:prstGeom xmlns:a="http://schemas.openxmlformats.org/drawingml/2006/main" prst="ellipse">
            <a:avLst/>
          </a:prstGeom>
          <a:solidFill xmlns:a="http://schemas.openxmlformats.org/drawingml/2006/main">
            <a:srgbClr val="B8E34A"/>
          </a:solidFill>
          <a:ln xmlns:a="http://schemas.openxmlformats.org/drawingml/2006/main" w="0">
            <a:noFill/>
          </a:ln>
        </p:spPr>
      </p:sp>
      <p:sp>
        <p:nvSpPr>
          <p:cNvPr id="13" name="Repeated lime circle 4">
            <a:extLst xmlns:a="http://schemas.openxmlformats.org/drawingml/2006/main">
              <a:ext uri="{FF2B5EF4-FFF2-40B4-BE49-F238E27FC236}">
                <a16:creationId xmlns:a16="http://schemas.microsoft.com/office/drawing/2014/main" id="{DFDB1CA6-4685-4DBF-853D-F2CCAD6409F3}"/>
              </a:ext>
            </a:extLst>
          </p:cNvPr>
          <p:cNvSpPr>
            <a:spLocks xmlns:a="http://schemas.openxmlformats.org/drawingml/2006/main" noGrp="1"/>
          </p:cNvSpPr>
          <p:nvPr/>
        </p:nvSpPr>
        <p:spPr>
          <a:xfrm xmlns:a="http://schemas.openxmlformats.org/drawingml/2006/main">
            <a:off x="6019800" y="4505325"/>
            <a:ext cx="123825" cy="123825"/>
          </a:xfrm>
          <a:prstGeom xmlns:a="http://schemas.openxmlformats.org/drawingml/2006/main" prst="ellipse">
            <a:avLst/>
          </a:prstGeom>
          <a:solidFill xmlns:a="http://schemas.openxmlformats.org/drawingml/2006/main">
            <a:srgbClr val="B8E34A"/>
          </a:solidFill>
          <a:ln xmlns:a="http://schemas.openxmlformats.org/drawingml/2006/main" w="0">
            <a:noFill/>
          </a:ln>
        </p:spPr>
      </p:sp>
    </p:spTree>
    <p:extLst>
      <p:ext uri="{BB962C8B-B14F-4D97-AF65-F5344CB8AC3E}">
        <p14:creationId xmlns:p14="http://schemas.microsoft.com/office/powerpoint/2010/main" val="18160425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2026-09-21T13:28:03.4760000Z</dcterms:created>
  <dcterms:modified xsi:type="dcterms:W3CDTF">2026-09-21T13:28:03.4760000Z</dcterms:modified>
</coreProperties>
</file>