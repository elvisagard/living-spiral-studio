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a32460eff9445f" /><Relationship Type="http://schemas.openxmlformats.org/officeDocument/2006/relationships/extended-properties" Target="/docProps/app.xml" Id="R24f5a61f48c541ee" /><Relationship Type="http://schemas.openxmlformats.org/officeDocument/2006/relationships/officeDocument" Target="/ppt/presentation.xml" Id="R3f71934461ba42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be3190c9394498"/>
  </p:sldMasterIdLst>
  <p:notesMasterIdLst>
    <p:notesMasterId xmlns:r="http://schemas.openxmlformats.org/officeDocument/2006/relationships" r:id="R064ff768e5144e0d"/>
  </p:notesMasterIdLst>
  <p:sldIdLst>
    <p:sldId xmlns:r="http://schemas.openxmlformats.org/officeDocument/2006/relationships" id="256" r:id="R35a7893f44ba4549"/>
    <p:sldId xmlns:r="http://schemas.openxmlformats.org/officeDocument/2006/relationships" id="257" r:id="R608e28c2906c40f6"/>
  </p:sldIdLst>
  <p:sldSz cx="7315200" cy="7315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848e6f09a04e25" /><Relationship Type="http://schemas.openxmlformats.org/officeDocument/2006/relationships/slideMaster" Target="/ppt/slideMasters/slideMaster1.xml" Id="Rd9be3190c9394498" /><Relationship Type="http://schemas.openxmlformats.org/officeDocument/2006/relationships/notesMaster" Target="/ppt/notesMasters/notesMaster1.xml" Id="R064ff768e5144e0d" /><Relationship Type="http://schemas.openxmlformats.org/officeDocument/2006/relationships/presProps" Target="/ppt/presProps.xml" Id="R0f0c7935c2f44e45" /><Relationship Type="http://schemas.openxmlformats.org/officeDocument/2006/relationships/tableStyles" Target="/ppt/tableStyles.xml" Id="R79f99afef08e4dc9" /><Relationship Type="http://schemas.openxmlformats.org/officeDocument/2006/relationships/slide" Target="/ppt/slides/slide1.xml" Id="R35a7893f44ba4549" /><Relationship Type="http://schemas.openxmlformats.org/officeDocument/2006/relationships/slide" Target="/ppt/slides/slide2.xml" Id="R608e28c2906c40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6c6841c6574e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a4f12d7b6c4f74" /><Relationship Type="http://schemas.openxmlformats.org/officeDocument/2006/relationships/notesMaster" Target="/ppt/notesMasters/notesMaster1.xml" Id="R22e2512c4a5f44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81671ddb2d42b2" /><Relationship Type="http://schemas.openxmlformats.org/officeDocument/2006/relationships/notesMaster" Target="/ppt/notesMasters/notesMaster1.xml" Id="R69a89feef85944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1A student submission slide. Recreate the target on this blank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1A non-submission asset slide. Assets remain raw and unformatted.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02fbd0de74f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c7583a0b1b4a25" /><Relationship Type="http://schemas.openxmlformats.org/officeDocument/2006/relationships/slideLayout" Target="/ppt/slideLayouts/slideLayout1.xml" Id="R53d874e94a3140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d874e94a3140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e9d7edb1344bd" /><Relationship Type="http://schemas.openxmlformats.org/officeDocument/2006/relationships/notesSlide" Target="/ppt/notesSlides/notesSlide1.xml" Id="R1f0c145b3daa4a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0e6b0305e4a96" /><Relationship Type="http://schemas.openxmlformats.org/officeDocument/2006/relationships/notesSlide" Target="/ppt/notesSlides/notesSlide2.xml" Id="R0b6e17ca62e44a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white work canvas">
            <a:extLst xmlns:a="http://schemas.openxmlformats.org/drawingml/2006/main">
              <a:ext uri="{FF2B5EF4-FFF2-40B4-BE49-F238E27FC236}">
                <a16:creationId xmlns:a16="http://schemas.microsoft.com/office/drawing/2014/main" id="{0F723A53-EF09-48CD-9D40-6ED7537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21897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E8DF9-AD3F-480D-A83A-3F3EE35A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ASSET SLIDE — DO NOT SUBMIT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8E0D7-CFB8-4836-AC18-828634BA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Get the Favorite icon from the assessment page. Set its style and color before importing it into Slide 1.</a:t>
            </a:r>
          </a:p>
        </p:txBody>
      </p:sp>
    </p:spTree>
    <p:extLst>
      <p:ext uri="{BB962C8B-B14F-4D97-AF65-F5344CB8AC3E}">
        <p14:creationId xmlns:p14="http://schemas.microsoft.com/office/powerpoint/2010/main" val="1930253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2026-09-21T14:12:06.4990000Z</dcterms:created>
  <dcterms:modified xsi:type="dcterms:W3CDTF">2026-09-21T14:12:06.4990000Z</dcterms:modified>
</coreProperties>
</file>