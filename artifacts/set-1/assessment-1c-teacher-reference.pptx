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3d0f2bccec40f9" /><Relationship Type="http://schemas.openxmlformats.org/officeDocument/2006/relationships/extended-properties" Target="/docProps/app.xml" Id="R6e57848e206342ff" /><Relationship Type="http://schemas.openxmlformats.org/officeDocument/2006/relationships/officeDocument" Target="/ppt/presentation.xml" Id="R6ddb9c2950a447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cf21500c2f45a2"/>
  </p:sldMasterIdLst>
  <p:notesMasterIdLst>
    <p:notesMasterId xmlns:r="http://schemas.openxmlformats.org/officeDocument/2006/relationships" r:id="Re3deecc622df4c8d"/>
  </p:notesMasterIdLst>
  <p:sldIdLst>
    <p:sldId xmlns:r="http://schemas.openxmlformats.org/officeDocument/2006/relationships" id="256" r:id="R79db9d2d4f634e76"/>
  </p:sldIdLst>
  <p:sldSz cx="7315200" cy="3200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85e8768a12450d" /><Relationship Type="http://schemas.openxmlformats.org/officeDocument/2006/relationships/slideMaster" Target="/ppt/slideMasters/slideMaster1.xml" Id="R1ccf21500c2f45a2" /><Relationship Type="http://schemas.openxmlformats.org/officeDocument/2006/relationships/notesMaster" Target="/ppt/notesMasters/notesMaster1.xml" Id="Re3deecc622df4c8d" /><Relationship Type="http://schemas.openxmlformats.org/officeDocument/2006/relationships/presProps" Target="/ppt/presProps.xml" Id="R23e8dbb583bc43da" /><Relationship Type="http://schemas.openxmlformats.org/officeDocument/2006/relationships/tableStyles" Target="/ppt/tableStyles.xml" Id="Rb7e8558a9054402f" /><Relationship Type="http://schemas.openxmlformats.org/officeDocument/2006/relationships/slide" Target="/ppt/slides/slide1.xml" Id="R79db9d2d4f634e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358874febd42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31f0455d3f458c" /><Relationship Type="http://schemas.openxmlformats.org/officeDocument/2006/relationships/notesMaster" Target="/ppt/notesMasters/notesMaster1.xml" Id="Rb3fae38515d641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Assessment 1C teacher reference. Six equal orange circles remain separate editable objects and are distributed at a consistent interval. The code is rotated 90 degrees.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2d562657be49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ab5db7e3a14199" /><Relationship Type="http://schemas.openxmlformats.org/officeDocument/2006/relationships/slideLayout" Target="/ppt/slideLayouts/slideLayout1.xml" Id="R97d7cb3b6dbb4d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d7cb3b6dbb4d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1c65c02344e72" /><Relationship Type="http://schemas.openxmlformats.org/officeDocument/2006/relationships/image" Target="/ppt/media/image.png" Id="R9dbf55364b894e55" /><Relationship Type="http://schemas.openxmlformats.org/officeDocument/2006/relationships/image" Target="/ppt/media/image.svg" Id="R45b7ce8b4d7c42d6" /><Relationship Type="http://schemas.openxmlformats.org/officeDocument/2006/relationships/image" Target="/ppt/media/image2.png" Id="R246ec47a07bc4d26" /><Relationship Type="http://schemas.openxmlformats.org/officeDocument/2006/relationships/image" Target="/ppt/media/image2.svg" Id="R9f461de126c944de" /><Relationship Type="http://schemas.openxmlformats.org/officeDocument/2006/relationships/notesSlide" Target="/ppt/notesSlides/notesSlide1.xml" Id="R13b833122ef249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4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Navy title panel">
            <a:extLst xmlns:a="http://schemas.openxmlformats.org/drawingml/2006/main">
              <a:ext uri="{FF2B5EF4-FFF2-40B4-BE49-F238E27FC236}">
                <a16:creationId xmlns:a16="http://schemas.microsoft.com/office/drawing/2014/main" id="{E2C15646-E57E-45B2-B041-FE2DAE0A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2" name="Navy ticket stub">
            <a:extLst xmlns:a="http://schemas.openxmlformats.org/drawingml/2006/main">
              <a:ext uri="{FF2B5EF4-FFF2-40B4-BE49-F238E27FC236}">
                <a16:creationId xmlns:a16="http://schemas.microsoft.com/office/drawing/2014/main" id="{05FE9D5F-63CB-41F6-B697-DC4B72B3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15049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3" name="Orange divider">
            <a:extLst xmlns:a="http://schemas.openxmlformats.org/drawingml/2006/main">
              <a:ext uri="{FF2B5EF4-FFF2-40B4-BE49-F238E27FC236}">
                <a16:creationId xmlns:a16="http://schemas.microsoft.com/office/drawing/2014/main" id="{76AAA897-95B0-4F9D-985A-85F8C960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0500"/>
            <a:ext cx="4762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532"/>
          </a:solidFill>
          <a:ln xmlns:a="http://schemas.openxmlformats.org/drawingml/2006/main" w="0">
            <a:noFill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1D8FA74-0947-4799-9589-9EC6F1FA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524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BCJA PRESENTS</a:t>
            </a:r>
          </a:p>
        </p:txBody>
      </p:sp>
      <p:sp>
        <p:nvSpPr>
          <p:cNvPr id="5" name="Event title">
            <a:extLst xmlns:a="http://schemas.openxmlformats.org/drawingml/2006/main">
              <a:ext uri="{FF2B5EF4-FFF2-40B4-BE49-F238E27FC236}">
                <a16:creationId xmlns:a16="http://schemas.microsoft.com/office/drawing/2014/main" id="{F19D8127-39FF-4A1D-8344-3F415F78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009650"/>
            <a:ext cx="219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anchor="ctr">
            <a:normAutofit fontScale="64278"/>
          </a:bodyPr>
          <a:lstStyle xmlns:a="http://schemas.openxmlformats.org/drawingml/2006/main"/>
          <a:p xmlns:a="http://schemas.openxmlformats.org/drawingml/2006/main">
            <a:pPr algn="ctr">
              <a:defRPr sz="4950" b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4950" b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FALL FEST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f55364b894e55">
            <a:extLst>
              <a:ext uri="{96DAC541-7B7A-43D3-8B79-37D633B846F1}">
                <asvg:svgBlip xmlns:asvg="http://schemas.microsoft.com/office/drawing/2016/SVG/main" r:embed="R45b7ce8b4d7c42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14650" y="666750"/>
            <a:ext cx="342900" cy="38100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ec47a07bc4d26">
            <a:extLst>
              <a:ext uri="{96DAC541-7B7A-43D3-8B79-37D633B846F1}">
                <asvg:svgBlip xmlns:asvg="http://schemas.microsoft.com/office/drawing/2016/SVG/main" r:embed="R9f461de126c944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14650" y="2085975"/>
            <a:ext cx="342900" cy="381000"/>
          </a:xfrm>
          <a:prstGeom xmlns:a="http://schemas.openxmlformats.org/drawingml/2006/main" prst="rect">
            <a:avLst/>
          </a:prstGeom>
        </p:spPr>
      </p:pic>
      <p:sp>
        <p:nvSpPr>
          <p:cNvPr id="8" name="Date">
            <a:extLst xmlns:a="http://schemas.openxmlformats.org/drawingml/2006/main">
              <a:ext uri="{FF2B5EF4-FFF2-40B4-BE49-F238E27FC236}">
                <a16:creationId xmlns:a16="http://schemas.microsoft.com/office/drawing/2014/main" id="{A6F35565-F7ED-40CB-8160-D1888717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286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OCT 24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47F99366-09F3-452B-B3C6-8A4203EA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323975"/>
            <a:ext cx="232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6:30 PM</a:t>
            </a:r>
          </a:p>
        </p:txBody>
      </p:sp>
      <p:sp>
        <p:nvSpPr>
          <p:cNvPr id="10" name="Location">
            <a:extLst xmlns:a="http://schemas.openxmlformats.org/drawingml/2006/main">
              <a:ext uri="{FF2B5EF4-FFF2-40B4-BE49-F238E27FC236}">
                <a16:creationId xmlns:a16="http://schemas.microsoft.com/office/drawing/2014/main" id="{D9239F95-78EE-4A84-BC97-5E0D303F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5740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SCHOOL GYM</a:t>
            </a:r>
          </a:p>
        </p:txBody>
      </p:sp>
      <p:sp>
        <p:nvSpPr>
          <p:cNvPr id="11" name="Admit one">
            <a:extLst xmlns:a="http://schemas.openxmlformats.org/drawingml/2006/main">
              <a:ext uri="{FF2B5EF4-FFF2-40B4-BE49-F238E27FC236}">
                <a16:creationId xmlns:a16="http://schemas.microsoft.com/office/drawing/2014/main" id="{0F9FF924-A723-4F56-A2CA-B6DFCEB2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95300"/>
            <a:ext cx="1238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ADMIT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ONE</a:t>
            </a:r>
          </a:p>
        </p:txBody>
      </p:sp>
      <p:sp>
        <p:nvSpPr>
          <p:cNvPr id="12" name="Rotated ticket code">
            <a:extLst xmlns:a="http://schemas.openxmlformats.org/drawingml/2006/main">
              <a:ext uri="{FF2B5EF4-FFF2-40B4-BE49-F238E27FC236}">
                <a16:creationId xmlns:a16="http://schemas.microsoft.com/office/drawing/2014/main" id="{308F231D-DA3E-41CF-9C01-CF274003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53150" y="1809750"/>
            <a:ext cx="819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FF-026</a:t>
            </a:r>
          </a:p>
        </p:txBody>
      </p:sp>
      <p:sp>
        <p:nvSpPr>
          <p:cNvPr id="13" name="Repeated orange circle 1">
            <a:extLst xmlns:a="http://schemas.openxmlformats.org/drawingml/2006/main">
              <a:ext uri="{FF2B5EF4-FFF2-40B4-BE49-F238E27FC236}">
                <a16:creationId xmlns:a16="http://schemas.microsoft.com/office/drawing/2014/main" id="{7100353D-D73D-4909-9DD1-BDD7A6C8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95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32"/>
          </a:solidFill>
          <a:ln xmlns:a="http://schemas.openxmlformats.org/drawingml/2006/main" w="19050">
            <a:solidFill>
              <a:srgbClr val="FFF4DD"/>
            </a:solidFill>
          </a:ln>
        </p:spPr>
      </p:sp>
      <p:sp>
        <p:nvSpPr>
          <p:cNvPr id="14" name="Repeated orange circle 2">
            <a:extLst xmlns:a="http://schemas.openxmlformats.org/drawingml/2006/main">
              <a:ext uri="{FF2B5EF4-FFF2-40B4-BE49-F238E27FC236}">
                <a16:creationId xmlns:a16="http://schemas.microsoft.com/office/drawing/2014/main" id="{882B7285-1CCF-4B76-A048-5B7CB1FD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933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32"/>
          </a:solidFill>
          <a:ln xmlns:a="http://schemas.openxmlformats.org/drawingml/2006/main" w="19050">
            <a:solidFill>
              <a:srgbClr val="FFF4DD"/>
            </a:solidFill>
          </a:ln>
        </p:spPr>
      </p:sp>
      <p:sp>
        <p:nvSpPr>
          <p:cNvPr id="15" name="Repeated orange circle 3">
            <a:extLst xmlns:a="http://schemas.openxmlformats.org/drawingml/2006/main">
              <a:ext uri="{FF2B5EF4-FFF2-40B4-BE49-F238E27FC236}">
                <a16:creationId xmlns:a16="http://schemas.microsoft.com/office/drawing/2014/main" id="{ABDD52C0-0429-4EFD-9ECB-67CE8088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371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32"/>
          </a:solidFill>
          <a:ln xmlns:a="http://schemas.openxmlformats.org/drawingml/2006/main" w="19050">
            <a:solidFill>
              <a:srgbClr val="FFF4DD"/>
            </a:solidFill>
          </a:ln>
        </p:spPr>
      </p:sp>
      <p:sp>
        <p:nvSpPr>
          <p:cNvPr id="16" name="Repeated orange circle 4">
            <a:extLst xmlns:a="http://schemas.openxmlformats.org/drawingml/2006/main">
              <a:ext uri="{FF2B5EF4-FFF2-40B4-BE49-F238E27FC236}">
                <a16:creationId xmlns:a16="http://schemas.microsoft.com/office/drawing/2014/main" id="{57E21D89-2098-4E06-A66F-B0FA2FC7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809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32"/>
          </a:solidFill>
          <a:ln xmlns:a="http://schemas.openxmlformats.org/drawingml/2006/main" w="19050">
            <a:solidFill>
              <a:srgbClr val="FFF4DD"/>
            </a:solidFill>
          </a:ln>
        </p:spPr>
      </p:sp>
      <p:sp>
        <p:nvSpPr>
          <p:cNvPr id="17" name="Repeated orange circle 5">
            <a:extLst xmlns:a="http://schemas.openxmlformats.org/drawingml/2006/main">
              <a:ext uri="{FF2B5EF4-FFF2-40B4-BE49-F238E27FC236}">
                <a16:creationId xmlns:a16="http://schemas.microsoft.com/office/drawing/2014/main" id="{F0F9EE07-6A8B-404F-AED3-6C56320D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247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32"/>
          </a:solidFill>
          <a:ln xmlns:a="http://schemas.openxmlformats.org/drawingml/2006/main" w="19050">
            <a:solidFill>
              <a:srgbClr val="FFF4DD"/>
            </a:solidFill>
          </a:ln>
        </p:spPr>
      </p:sp>
      <p:sp>
        <p:nvSpPr>
          <p:cNvPr id="18" name="Repeated orange circle 6">
            <a:extLst xmlns:a="http://schemas.openxmlformats.org/drawingml/2006/main">
              <a:ext uri="{FF2B5EF4-FFF2-40B4-BE49-F238E27FC236}">
                <a16:creationId xmlns:a16="http://schemas.microsoft.com/office/drawing/2014/main" id="{D6D83505-46E0-4916-A726-4D7A2A02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86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32"/>
          </a:solidFill>
          <a:ln xmlns:a="http://schemas.openxmlformats.org/drawingml/2006/main" w="19050">
            <a:solidFill>
              <a:srgbClr val="FFF4DD"/>
            </a:solidFill>
          </a:ln>
        </p:spPr>
      </p:sp>
    </p:spTree>
    <p:extLst>
      <p:ext uri="{BB962C8B-B14F-4D97-AF65-F5344CB8AC3E}">
        <p14:creationId xmlns:p14="http://schemas.microsoft.com/office/powerpoint/2010/main" val="231281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2026-09-21T13:28:02.2060000Z</dcterms:created>
  <dcterms:modified xsi:type="dcterms:W3CDTF">2026-09-21T13:28:02.2060000Z</dcterms:modified>
</coreProperties>
</file>