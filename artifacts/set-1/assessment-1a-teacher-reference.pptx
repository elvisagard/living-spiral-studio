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4e100c71574b98" /><Relationship Type="http://schemas.openxmlformats.org/officeDocument/2006/relationships/extended-properties" Target="/docProps/app.xml" Id="R63e43433f24d44f6" /><Relationship Type="http://schemas.openxmlformats.org/officeDocument/2006/relationships/officeDocument" Target="/ppt/presentation.xml" Id="R69acff9963a046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26859586544517"/>
  </p:sldMasterIdLst>
  <p:notesMasterIdLst>
    <p:notesMasterId xmlns:r="http://schemas.openxmlformats.org/officeDocument/2006/relationships" r:id="R36a20312bffa4797"/>
  </p:notesMasterIdLst>
  <p:sldIdLst>
    <p:sldId xmlns:r="http://schemas.openxmlformats.org/officeDocument/2006/relationships" id="256" r:id="Rf51244e9c071421b"/>
  </p:sldIdLst>
  <p:sldSz cx="7315200" cy="73152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a482b1fae248f8" /><Relationship Type="http://schemas.openxmlformats.org/officeDocument/2006/relationships/slideMaster" Target="/ppt/slideMasters/slideMaster1.xml" Id="R1826859586544517" /><Relationship Type="http://schemas.openxmlformats.org/officeDocument/2006/relationships/notesMaster" Target="/ppt/notesMasters/notesMaster1.xml" Id="R36a20312bffa4797" /><Relationship Type="http://schemas.openxmlformats.org/officeDocument/2006/relationships/presProps" Target="/ppt/presProps.xml" Id="Rd64a2c413d6a4f25" /><Relationship Type="http://schemas.openxmlformats.org/officeDocument/2006/relationships/tableStyles" Target="/ppt/tableStyles.xml" Id="R556553ec0da94e5a" /><Relationship Type="http://schemas.openxmlformats.org/officeDocument/2006/relationships/slide" Target="/ppt/slides/slide1.xml" Id="Rf51244e9c07142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d0aa5cb3eb48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e48dcd90414d33" /><Relationship Type="http://schemas.openxmlformats.org/officeDocument/2006/relationships/notesMaster" Target="/ppt/notesMasters/notesMaster1.xml" Id="Rd99138ee004244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Assessment 1A teacher reference. Construction uses six independently manipulated objects: background, off-canvas ellipse, MAKE IT WordArt, HAPPEN text, and lightning icon. The target uses navy #17324D, gold #F4B942, and white #FFFFFF; Yellowtail and Montserrat.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06cb8d418943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b8b0074ecf4d32" /><Relationship Type="http://schemas.openxmlformats.org/officeDocument/2006/relationships/slideLayout" Target="/ppt/slideLayouts/slideLayout1.xml" Id="Rd8603ef387894a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603ef387894a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70124646844b6" /><Relationship Type="http://schemas.openxmlformats.org/officeDocument/2006/relationships/image" Target="/ppt/media/image.png" Id="Rcaf8bcf47f744857" /><Relationship Type="http://schemas.openxmlformats.org/officeDocument/2006/relationships/image" Target="/ppt/media/image.svg" Id="R6da076aac9b846b5" /><Relationship Type="http://schemas.openxmlformats.org/officeDocument/2006/relationships/notesSlide" Target="/ppt/notesSlides/notesSlide1.xml" Id="Rb4aaa536c61d4fb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Navy background">
            <a:extLst xmlns:a="http://schemas.openxmlformats.org/drawingml/2006/main">
              <a:ext uri="{FF2B5EF4-FFF2-40B4-BE49-F238E27FC236}">
                <a16:creationId xmlns:a16="http://schemas.microsoft.com/office/drawing/2014/main" id="{79724DE8-0FF6-4F8F-A680-EAC184E1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315200" cy="731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2" name="Gold off-canvas region">
            <a:extLst xmlns:a="http://schemas.openxmlformats.org/drawingml/2006/main">
              <a:ext uri="{FF2B5EF4-FFF2-40B4-BE49-F238E27FC236}">
                <a16:creationId xmlns:a16="http://schemas.microsoft.com/office/drawing/2014/main" id="{3203E668-B4D0-4F01-A5D7-A9AB5FF8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81250"/>
            <a:ext cx="5619750" cy="561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</a:ln>
        </p:spPr>
      </p:sp>
      <p:sp>
        <p:nvSpPr>
          <p:cNvPr id="3" name="MAKE IT WordArt">
            <a:extLst xmlns:a="http://schemas.openxmlformats.org/drawingml/2006/main">
              <a:ext uri="{FF2B5EF4-FFF2-40B4-BE49-F238E27FC236}">
                <a16:creationId xmlns:a16="http://schemas.microsoft.com/office/drawing/2014/main" id="{3CE2C987-DA89-4E4B-85E2-AC919FD0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0">
            <a:off x="704850" y="12573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350" b="0">
                <a:ln w="66675">
                  <a:solidFill>
                    <a:srgbClr val="17324D"/>
                  </a:solidFill>
                  <a:prstDash val="solid"/>
                </a:ln>
                <a:solidFill>
                  <a:srgbClr val="FFFFFF"/>
                </a:solidFill>
                <a:latin typeface="Yellowtail"/>
                <a:ea typeface="Yellowtail"/>
                <a:cs typeface="Yellowtail"/>
              </a:defRPr>
            </a:pPr>
            <a:r>
              <a:rPr sz="10350" b="0">
                <a:ln w="66675">
                  <a:solidFill>
                    <a:srgbClr val="17324D"/>
                  </a:solidFill>
                  <a:prstDash val="solid"/>
                </a:ln>
                <a:solidFill>
                  <a:srgbClr val="FFFFFF"/>
                </a:solidFill>
                <a:latin typeface="Yellowtail"/>
                <a:ea typeface="Yellowtail"/>
                <a:cs typeface="Yellowtail"/>
              </a:rPr>
              <a:t>MAKE IT</a:t>
            </a:r>
          </a:p>
        </p:txBody>
      </p:sp>
      <p:sp>
        <p:nvSpPr>
          <p:cNvPr id="4" name="HAPPEN text">
            <a:extLst xmlns:a="http://schemas.openxmlformats.org/drawingml/2006/main">
              <a:ext uri="{FF2B5EF4-FFF2-40B4-BE49-F238E27FC236}">
                <a16:creationId xmlns:a16="http://schemas.microsoft.com/office/drawing/2014/main" id="{F3FC35C1-B270-475C-B493-E1E9F93C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43350"/>
            <a:ext cx="5048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0" b="1">
                <a:solidFill>
                  <a:srgbClr val="17324D"/>
                </a:solidFill>
                <a:latin typeface="Montserrat"/>
                <a:ea typeface="Montserrat"/>
                <a:cs typeface="Montserrat"/>
              </a:defRPr>
            </a:pPr>
            <a:r>
              <a:rPr sz="6000" b="1">
                <a:solidFill>
                  <a:srgbClr val="17324D"/>
                </a:solidFill>
                <a:latin typeface="Montserrat"/>
                <a:ea typeface="Montserrat"/>
                <a:cs typeface="Montserrat"/>
              </a:rPr>
              <a:t>HAPPEN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f8bcf47f744857">
            <a:extLst>
              <a:ext uri="{96DAC541-7B7A-43D3-8B79-37D633B846F1}">
                <asvg:svgBlip xmlns:asvg="http://schemas.microsoft.com/office/drawing/2016/SVG/main" r:embed="R6da076aac9b846b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048250" y="5219700"/>
            <a:ext cx="1123950" cy="1123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7334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2026-09-21T13:17:42.9700000Z</dcterms:created>
  <dcterms:modified xsi:type="dcterms:W3CDTF">2026-09-21T13:17:42.9710000Z</dcterms:modified>
</coreProperties>
</file>