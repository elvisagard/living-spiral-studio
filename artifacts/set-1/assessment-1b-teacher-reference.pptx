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38a13a24cd480b" /><Relationship Type="http://schemas.openxmlformats.org/officeDocument/2006/relationships/extended-properties" Target="/docProps/app.xml" Id="R6028b35388234aa3" /><Relationship Type="http://schemas.openxmlformats.org/officeDocument/2006/relationships/officeDocument" Target="/ppt/presentation.xml" Id="R8f268de6324a4c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9a990b713432f"/>
  </p:sldMasterIdLst>
  <p:notesMasterIdLst>
    <p:notesMasterId xmlns:r="http://schemas.openxmlformats.org/officeDocument/2006/relationships" r:id="R4316a69c9922403f"/>
  </p:notesMasterIdLst>
  <p:sldIdLst>
    <p:sldId xmlns:r="http://schemas.openxmlformats.org/officeDocument/2006/relationships" id="256" r:id="R74356ef7329b47a3"/>
  </p:sldIdLst>
  <p:sldSz cx="36576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d7c544a34c4591" /><Relationship Type="http://schemas.openxmlformats.org/officeDocument/2006/relationships/slideMaster" Target="/ppt/slideMasters/slideMaster1.xml" Id="Rcd89a990b713432f" /><Relationship Type="http://schemas.openxmlformats.org/officeDocument/2006/relationships/notesMaster" Target="/ppt/notesMasters/notesMaster1.xml" Id="R4316a69c9922403f" /><Relationship Type="http://schemas.openxmlformats.org/officeDocument/2006/relationships/presProps" Target="/ppt/presProps.xml" Id="R8762917759524612" /><Relationship Type="http://schemas.openxmlformats.org/officeDocument/2006/relationships/tableStyles" Target="/ppt/tableStyles.xml" Id="R466a3aa0fedc4cc1" /><Relationship Type="http://schemas.openxmlformats.org/officeDocument/2006/relationships/slide" Target="/ppt/slides/slide1.xml" Id="R74356ef7329b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309cba716d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d29ec44be4001" /><Relationship Type="http://schemas.openxmlformats.org/officeDocument/2006/relationships/notesMaster" Target="/ppt/notesMasters/notesMaster1.xml" Id="R4bd32c6ed36d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1B teacher reference. The portrait is a true circular image mask with a separate coral border and an offset coral circle behind it. All text, shapes, image, and icon remain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cdf31a4c1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6234b0df0d4aef" /><Relationship Type="http://schemas.openxmlformats.org/officeDocument/2006/relationships/slideLayout" Target="/ppt/slideLayouts/slideLayout1.xml" Id="Rf4859a84c4ad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59a84c4ad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fa2fe38214da0" /><Relationship Type="http://schemas.openxmlformats.org/officeDocument/2006/relationships/image" Target="/ppt/media/image.png" Id="R6a4215381f3346f7" /><Relationship Type="http://schemas.openxmlformats.org/officeDocument/2006/relationships/image" Target="/ppt/media/image2.png" Id="R058e2e68cb3145d3" /><Relationship Type="http://schemas.openxmlformats.org/officeDocument/2006/relationships/image" Target="/ppt/media/image.svg" Id="R653bce4530db47c4" /><Relationship Type="http://schemas.openxmlformats.org/officeDocument/2006/relationships/notesSlide" Target="/ppt/notesSlides/notesSlide1.xml" Id="Rf17a8ae71a2c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4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eep teal header band">
            <a:extLst xmlns:a="http://schemas.openxmlformats.org/drawingml/2006/main">
              <a:ext uri="{FF2B5EF4-FFF2-40B4-BE49-F238E27FC236}">
                <a16:creationId xmlns:a16="http://schemas.microsoft.com/office/drawing/2014/main" id="{2F385500-2D04-41F5-9B6F-A52C983D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6"/>
          </a:solidFill>
          <a:ln xmlns:a="http://schemas.openxmlformats.org/drawingml/2006/main" w="0">
            <a:noFill/>
          </a:ln>
        </p:spPr>
      </p:sp>
      <p:sp>
        <p:nvSpPr>
          <p:cNvPr id="2" name="Badge header">
            <a:extLst xmlns:a="http://schemas.openxmlformats.org/drawingml/2006/main">
              <a:ext uri="{FF2B5EF4-FFF2-40B4-BE49-F238E27FC236}">
                <a16:creationId xmlns:a16="http://schemas.microsoft.com/office/drawing/2014/main" id="{C4F3E588-2391-4056-94F1-C55781CC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312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BCJA MEDIA TEAM</a:t>
            </a:r>
          </a:p>
        </p:txBody>
      </p:sp>
      <p:sp>
        <p:nvSpPr>
          <p:cNvPr id="3" name="Coral offset circle">
            <a:extLst xmlns:a="http://schemas.openxmlformats.org/drawingml/2006/main">
              <a:ext uri="{FF2B5EF4-FFF2-40B4-BE49-F238E27FC236}">
                <a16:creationId xmlns:a16="http://schemas.microsoft.com/office/drawing/2014/main" id="{1E631BC6-B6C6-436B-BF03-8BE595F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9060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215381f3346f7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" y="1000125"/>
            <a:ext cx="1695450" cy="1695450"/>
          </a:xfrm>
          <a:prstGeom xmlns:a="http://schemas.openxmlformats.org/drawingml/2006/main" prst="ellipse">
            <a:avLst/>
          </a:prstGeom>
        </p:spPr>
      </p:pic>
      <p:sp>
        <p:nvSpPr>
          <p:cNvPr id="5" name="Coral portrait border">
            <a:extLst xmlns:a="http://schemas.openxmlformats.org/drawingml/2006/main">
              <a:ext uri="{FF2B5EF4-FFF2-40B4-BE49-F238E27FC236}">
                <a16:creationId xmlns:a16="http://schemas.microsoft.com/office/drawing/2014/main" id="{BC8C3D0A-E356-4B3B-99C1-0EE4C7B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52500"/>
            <a:ext cx="1790700" cy="1790700"/>
          </a:xfrm>
          <a:prstGeom xmlns:a="http://schemas.openxmlformats.org/drawingml/2006/main" prst="ellipse">
            <a:avLst/>
          </a:prstGeom>
          <a:ln xmlns:a="http://schemas.openxmlformats.org/drawingml/2006/main" w="57150">
            <a:solidFill>
              <a:srgbClr val="F26B5E"/>
            </a:solidFill>
            <a:prstDash val="solid"/>
          </a:ln>
        </p:spPr>
      </p:sp>
      <p:sp>
        <p:nvSpPr>
          <p:cNvPr id="6" name="Student name">
            <a:extLst xmlns:a="http://schemas.openxmlformats.org/drawingml/2006/main">
              <a:ext uri="{FF2B5EF4-FFF2-40B4-BE49-F238E27FC236}">
                <a16:creationId xmlns:a16="http://schemas.microsoft.com/office/drawing/2014/main" id="{6ECA2361-E7B2-4DC6-9409-DB73C15E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5275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B46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23B46"/>
                </a:solidFill>
                <a:latin typeface="Montserrat"/>
                <a:ea typeface="Montserrat"/>
                <a:cs typeface="Montserrat"/>
              </a:rPr>
              <a:t>MAYA CARTER</a:t>
            </a:r>
          </a:p>
        </p:txBody>
      </p:sp>
      <p:sp>
        <p:nvSpPr>
          <p:cNvPr id="7" name="Student role">
            <a:extLst xmlns:a="http://schemas.openxmlformats.org/drawingml/2006/main">
              <a:ext uri="{FF2B5EF4-FFF2-40B4-BE49-F238E27FC236}">
                <a16:creationId xmlns:a16="http://schemas.microsoft.com/office/drawing/2014/main" id="{FFF2FBF5-CBE2-406D-AE42-7146CA8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6B5E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26B5E"/>
                </a:solidFill>
                <a:latin typeface="Montserrat"/>
                <a:ea typeface="Montserrat"/>
                <a:cs typeface="Montserrat"/>
              </a:rPr>
              <a:t>STUDENT REPORTER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e2e68cb3145d3">
            <a:extLst>
              <a:ext uri="{96DAC541-7B7A-43D3-8B79-37D633B846F1}">
                <asvg:svgBlip xmlns:asvg="http://schemas.microsoft.com/office/drawing/2016/SVG/main" r:embed="R653bce4530db47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" y="422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9" name="Badge year">
            <a:extLst xmlns:a="http://schemas.openxmlformats.org/drawingml/2006/main">
              <a:ext uri="{FF2B5EF4-FFF2-40B4-BE49-F238E27FC236}">
                <a16:creationId xmlns:a16="http://schemas.microsoft.com/office/drawing/2014/main" id="{697FA39F-FB9F-4F54-98A4-9A8E0CCD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576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B4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23B46"/>
                </a:solidFill>
                <a:latin typeface="Montserrat"/>
                <a:ea typeface="Montserrat"/>
                <a:cs typeface="Montserrat"/>
              </a:rPr>
              <a:t>2026–2027</a:t>
            </a:r>
          </a:p>
        </p:txBody>
      </p:sp>
    </p:spTree>
    <p:extLst>
      <p:ext uri="{BB962C8B-B14F-4D97-AF65-F5344CB8AC3E}">
        <p14:creationId xmlns:p14="http://schemas.microsoft.com/office/powerpoint/2010/main" val="2046482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2026-09-21T13:28:00.8480000Z</dcterms:created>
  <dcterms:modified xsi:type="dcterms:W3CDTF">2026-09-21T13:28:00.8480000Z</dcterms:modified>
</coreProperties>
</file>